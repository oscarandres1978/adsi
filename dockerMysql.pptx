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13550" y="-1376138"/>
            <a:ext cx="8791575" cy="2387600"/>
          </a:xfrm>
        </p:spPr>
        <p:txBody>
          <a:bodyPr/>
          <a:lstStyle/>
          <a:p>
            <a:r>
              <a:rPr lang="es-CO" dirty="0" smtClean="0">
                <a:solidFill>
                  <a:schemeClr val="bg1"/>
                </a:solidFill>
              </a:rPr>
              <a:t>Mysql con docker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53697" y="1011461"/>
            <a:ext cx="8967588" cy="2182499"/>
          </a:xfrm>
        </p:spPr>
        <p:txBody>
          <a:bodyPr>
            <a:normAutofit/>
          </a:bodyPr>
          <a:lstStyle/>
          <a:p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Descargar la imagen de mysql</a:t>
            </a: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dirty="0">
              <a:solidFill>
                <a:schemeClr val="tx1"/>
              </a:solidFill>
            </a:endParaRPr>
          </a:p>
          <a:p>
            <a:endParaRPr lang="es-CO" b="1" dirty="0" smtClean="0">
              <a:solidFill>
                <a:schemeClr val="tx1"/>
              </a:solidFill>
            </a:endParaRPr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693" y="2952414"/>
            <a:ext cx="10117781" cy="136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876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13550" y="-1376138"/>
            <a:ext cx="8791575" cy="2387600"/>
          </a:xfrm>
        </p:spPr>
        <p:txBody>
          <a:bodyPr/>
          <a:lstStyle/>
          <a:p>
            <a:r>
              <a:rPr lang="es-CO" dirty="0" smtClean="0">
                <a:solidFill>
                  <a:schemeClr val="bg1"/>
                </a:solidFill>
              </a:rPr>
              <a:t>Mysql con docker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53697" y="1011461"/>
            <a:ext cx="8967588" cy="2182499"/>
          </a:xfrm>
        </p:spPr>
        <p:txBody>
          <a:bodyPr>
            <a:normAutofit fontScale="85000" lnSpcReduction="10000"/>
          </a:bodyPr>
          <a:lstStyle/>
          <a:p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Comienza la descarga y genera la imagen que es el código largo</a:t>
            </a: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dirty="0">
              <a:solidFill>
                <a:schemeClr val="tx1"/>
              </a:solidFill>
            </a:endParaRPr>
          </a:p>
          <a:p>
            <a:endParaRPr lang="es-CO" b="1" dirty="0" smtClean="0">
              <a:solidFill>
                <a:schemeClr val="tx1"/>
              </a:solidFill>
            </a:endParaRPr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450" y="2903716"/>
            <a:ext cx="578167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0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13550" y="-1376138"/>
            <a:ext cx="8791575" cy="2387600"/>
          </a:xfrm>
        </p:spPr>
        <p:txBody>
          <a:bodyPr/>
          <a:lstStyle/>
          <a:p>
            <a:r>
              <a:rPr lang="es-CO" dirty="0" smtClean="0">
                <a:solidFill>
                  <a:schemeClr val="bg1"/>
                </a:solidFill>
              </a:rPr>
              <a:t>Mysql con docker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53697" y="1011461"/>
            <a:ext cx="8967588" cy="2182499"/>
          </a:xfrm>
        </p:spPr>
        <p:txBody>
          <a:bodyPr>
            <a:normAutofit/>
          </a:bodyPr>
          <a:lstStyle/>
          <a:p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ver que imágenes hay descargadas</a:t>
            </a:r>
          </a:p>
          <a:p>
            <a:endParaRPr lang="es-CO" sz="51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dirty="0">
              <a:solidFill>
                <a:schemeClr val="tx1"/>
              </a:solidFill>
            </a:endParaRPr>
          </a:p>
          <a:p>
            <a:endParaRPr lang="es-CO" b="1" dirty="0" smtClean="0">
              <a:solidFill>
                <a:schemeClr val="tx1"/>
              </a:solidFill>
            </a:endParaRPr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962275"/>
            <a:ext cx="92202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14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13550" y="-1376138"/>
            <a:ext cx="8791575" cy="2387600"/>
          </a:xfrm>
        </p:spPr>
        <p:txBody>
          <a:bodyPr/>
          <a:lstStyle/>
          <a:p>
            <a:r>
              <a:rPr lang="es-CO" dirty="0" smtClean="0">
                <a:solidFill>
                  <a:schemeClr val="bg1"/>
                </a:solidFill>
              </a:rPr>
              <a:t>Mysql con docker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53697" y="1011461"/>
            <a:ext cx="8967588" cy="2182499"/>
          </a:xfrm>
        </p:spPr>
        <p:txBody>
          <a:bodyPr>
            <a:normAutofit fontScale="62500" lnSpcReduction="20000"/>
          </a:bodyPr>
          <a:lstStyle/>
          <a:p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Crear la base de datos</a:t>
            </a:r>
          </a:p>
          <a:p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(Debe tener encendido el </a:t>
            </a:r>
            <a:r>
              <a:rPr lang="es-CO" sz="5100" b="1" cap="none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localhost</a:t>
            </a:r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su administrador como </a:t>
            </a:r>
            <a:r>
              <a:rPr lang="es-CO" sz="5100" b="1" cap="none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wampp</a:t>
            </a:r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s-CO" sz="5100" b="1" cap="none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xampp</a:t>
            </a:r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s-CO" sz="51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dirty="0">
              <a:solidFill>
                <a:schemeClr val="tx1"/>
              </a:solidFill>
            </a:endParaRPr>
          </a:p>
          <a:p>
            <a:endParaRPr lang="es-CO" b="1" dirty="0" smtClean="0">
              <a:solidFill>
                <a:schemeClr val="tx1"/>
              </a:solidFill>
            </a:endParaRPr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101" y="2925516"/>
            <a:ext cx="8195857" cy="297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94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13550" y="-1376138"/>
            <a:ext cx="8791575" cy="2387600"/>
          </a:xfrm>
        </p:spPr>
        <p:txBody>
          <a:bodyPr/>
          <a:lstStyle/>
          <a:p>
            <a:r>
              <a:rPr lang="es-CO" dirty="0" smtClean="0">
                <a:solidFill>
                  <a:schemeClr val="bg1"/>
                </a:solidFill>
              </a:rPr>
              <a:t>Mysql con docker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53697" y="1011461"/>
            <a:ext cx="8967588" cy="2182499"/>
          </a:xfrm>
        </p:spPr>
        <p:txBody>
          <a:bodyPr>
            <a:normAutofit/>
          </a:bodyPr>
          <a:lstStyle/>
          <a:p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Crear la BD y la tabla para insertar los datos</a:t>
            </a:r>
          </a:p>
          <a:p>
            <a:endParaRPr lang="es-CO" sz="51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dirty="0">
              <a:solidFill>
                <a:schemeClr val="tx1"/>
              </a:solidFill>
            </a:endParaRPr>
          </a:p>
          <a:p>
            <a:endParaRPr lang="es-CO" b="1" dirty="0" smtClean="0">
              <a:solidFill>
                <a:schemeClr val="tx1"/>
              </a:solidFill>
            </a:endParaRPr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02" y="3193960"/>
            <a:ext cx="11490341" cy="261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8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13550" y="-1376138"/>
            <a:ext cx="8791575" cy="2387600"/>
          </a:xfrm>
        </p:spPr>
        <p:txBody>
          <a:bodyPr/>
          <a:lstStyle/>
          <a:p>
            <a:r>
              <a:rPr lang="es-CO" dirty="0" smtClean="0">
                <a:solidFill>
                  <a:schemeClr val="bg1"/>
                </a:solidFill>
              </a:rPr>
              <a:t>Mysql con docker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53697" y="1011461"/>
            <a:ext cx="8967588" cy="2182499"/>
          </a:xfrm>
        </p:spPr>
        <p:txBody>
          <a:bodyPr>
            <a:normAutofit/>
          </a:bodyPr>
          <a:lstStyle/>
          <a:p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Visualizar los datos de la tabla</a:t>
            </a:r>
          </a:p>
          <a:p>
            <a:endParaRPr lang="es-CO" sz="51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dirty="0">
              <a:solidFill>
                <a:schemeClr val="tx1"/>
              </a:solidFill>
            </a:endParaRPr>
          </a:p>
          <a:p>
            <a:endParaRPr lang="es-CO" b="1" dirty="0" smtClean="0">
              <a:solidFill>
                <a:schemeClr val="tx1"/>
              </a:solidFill>
            </a:endParaRPr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550" y="2998161"/>
            <a:ext cx="6239525" cy="309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5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13550" y="-1376138"/>
            <a:ext cx="8791575" cy="2387600"/>
          </a:xfrm>
        </p:spPr>
        <p:txBody>
          <a:bodyPr/>
          <a:lstStyle/>
          <a:p>
            <a:r>
              <a:rPr lang="es-CO" dirty="0" smtClean="0">
                <a:solidFill>
                  <a:schemeClr val="bg1"/>
                </a:solidFill>
              </a:rPr>
              <a:t>Mysql con docker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53697" y="1011461"/>
            <a:ext cx="8967588" cy="2182499"/>
          </a:xfrm>
        </p:spPr>
        <p:txBody>
          <a:bodyPr>
            <a:normAutofit fontScale="77500" lnSpcReduction="20000"/>
          </a:bodyPr>
          <a:lstStyle/>
          <a:p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Realizar prueba de acceso</a:t>
            </a:r>
          </a:p>
          <a:p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Crear una nueva conexión ejemplo se crea en </a:t>
            </a:r>
            <a:r>
              <a:rPr lang="es-CO" sz="5100" b="1" cap="none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5100" b="1" cap="none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Worbench</a:t>
            </a:r>
            <a:endParaRPr lang="es-CO" sz="51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dirty="0">
              <a:solidFill>
                <a:schemeClr val="tx1"/>
              </a:solidFill>
            </a:endParaRPr>
          </a:p>
          <a:p>
            <a:endParaRPr lang="es-CO" b="1" dirty="0" smtClean="0">
              <a:solidFill>
                <a:schemeClr val="tx1"/>
              </a:solidFill>
            </a:endParaRPr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656" y="3046994"/>
            <a:ext cx="5057775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4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13550" y="-1376138"/>
            <a:ext cx="8791575" cy="2387600"/>
          </a:xfrm>
        </p:spPr>
        <p:txBody>
          <a:bodyPr/>
          <a:lstStyle/>
          <a:p>
            <a:r>
              <a:rPr lang="es-CO" dirty="0" smtClean="0">
                <a:solidFill>
                  <a:schemeClr val="bg1"/>
                </a:solidFill>
              </a:rPr>
              <a:t>Mysql con docker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53697" y="1011461"/>
            <a:ext cx="8967588" cy="2182499"/>
          </a:xfrm>
        </p:spPr>
        <p:txBody>
          <a:bodyPr>
            <a:normAutofit/>
          </a:bodyPr>
          <a:lstStyle/>
          <a:p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Uso la tabla en el ambiente grafico de la creación de </a:t>
            </a:r>
            <a:r>
              <a:rPr lang="es-CO" sz="5100" b="1" cap="none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bd</a:t>
            </a:r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s-CO" sz="51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dirty="0">
              <a:solidFill>
                <a:schemeClr val="tx1"/>
              </a:solidFill>
            </a:endParaRPr>
          </a:p>
          <a:p>
            <a:endParaRPr lang="es-CO" b="1" dirty="0" smtClean="0">
              <a:solidFill>
                <a:schemeClr val="tx1"/>
              </a:solidFill>
            </a:endParaRPr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9" y="3193960"/>
            <a:ext cx="8386457" cy="177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0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13550" y="-1376138"/>
            <a:ext cx="8791575" cy="2387600"/>
          </a:xfrm>
        </p:spPr>
        <p:txBody>
          <a:bodyPr/>
          <a:lstStyle/>
          <a:p>
            <a:r>
              <a:rPr lang="es-CO" dirty="0" smtClean="0">
                <a:solidFill>
                  <a:schemeClr val="bg1"/>
                </a:solidFill>
              </a:rPr>
              <a:t>Mysql con docker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53697" y="1011461"/>
            <a:ext cx="8967588" cy="2182499"/>
          </a:xfrm>
        </p:spPr>
        <p:txBody>
          <a:bodyPr>
            <a:normAutofit/>
          </a:bodyPr>
          <a:lstStyle/>
          <a:p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Observo los datos que había creado </a:t>
            </a:r>
          </a:p>
          <a:p>
            <a:endParaRPr lang="es-CO" sz="51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dirty="0">
              <a:solidFill>
                <a:schemeClr val="tx1"/>
              </a:solidFill>
            </a:endParaRPr>
          </a:p>
          <a:p>
            <a:endParaRPr lang="es-CO" b="1" dirty="0" smtClean="0">
              <a:solidFill>
                <a:schemeClr val="tx1"/>
              </a:solidFill>
            </a:endParaRPr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257" y="2794715"/>
            <a:ext cx="5508066" cy="319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4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13550" y="-1376138"/>
            <a:ext cx="8791575" cy="2387600"/>
          </a:xfrm>
        </p:spPr>
        <p:txBody>
          <a:bodyPr/>
          <a:lstStyle/>
          <a:p>
            <a:r>
              <a:rPr lang="es-CO" dirty="0" smtClean="0">
                <a:solidFill>
                  <a:schemeClr val="bg1"/>
                </a:solidFill>
              </a:rPr>
              <a:t>Mysql con docker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53697" y="1011461"/>
            <a:ext cx="8967588" cy="2182499"/>
          </a:xfrm>
        </p:spPr>
        <p:txBody>
          <a:bodyPr>
            <a:normAutofit/>
          </a:bodyPr>
          <a:lstStyle/>
          <a:p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QUE PUEDE TENER CAMBIOS</a:t>
            </a:r>
          </a:p>
          <a:p>
            <a:endParaRPr lang="es-CO" sz="51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dirty="0">
              <a:solidFill>
                <a:schemeClr val="tx1"/>
              </a:solidFill>
            </a:endParaRPr>
          </a:p>
          <a:p>
            <a:endParaRPr lang="es-CO" b="1" dirty="0" smtClean="0">
              <a:solidFill>
                <a:schemeClr val="tx1"/>
              </a:solidFill>
            </a:endParaRPr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507" y="2746653"/>
            <a:ext cx="5167138" cy="401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62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13550" y="-1376138"/>
            <a:ext cx="8791575" cy="2387600"/>
          </a:xfrm>
        </p:spPr>
        <p:txBody>
          <a:bodyPr/>
          <a:lstStyle/>
          <a:p>
            <a:r>
              <a:rPr lang="es-CO" dirty="0" smtClean="0">
                <a:solidFill>
                  <a:schemeClr val="bg1"/>
                </a:solidFill>
              </a:rPr>
              <a:t>Mysql con docker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53697" y="1011461"/>
            <a:ext cx="8967588" cy="2182499"/>
          </a:xfrm>
        </p:spPr>
        <p:txBody>
          <a:bodyPr>
            <a:normAutofit fontScale="85000" lnSpcReduction="20000"/>
          </a:bodyPr>
          <a:lstStyle/>
          <a:p>
            <a:r>
              <a:rPr lang="es-CO" sz="5100" b="1" cap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QUE SE REALIZARON LOS CAMBIOS MIRANDO DESDE DOCKER</a:t>
            </a:r>
          </a:p>
          <a:p>
            <a:endParaRPr lang="es-CO" sz="51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100" b="1" cap="non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cap="none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5000" b="1" dirty="0">
              <a:solidFill>
                <a:schemeClr val="tx1"/>
              </a:solidFill>
            </a:endParaRPr>
          </a:p>
          <a:p>
            <a:endParaRPr lang="es-CO" b="1" dirty="0" smtClean="0">
              <a:solidFill>
                <a:schemeClr val="tx1"/>
              </a:solidFill>
            </a:endParaRPr>
          </a:p>
          <a:p>
            <a:endParaRPr lang="es-CO" dirty="0"/>
          </a:p>
          <a:p>
            <a:endParaRPr lang="es-CO" dirty="0" smtClean="0"/>
          </a:p>
          <a:p>
            <a:endParaRPr lang="es-C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882" y="3395596"/>
            <a:ext cx="5131360" cy="303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1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547</TotalTime>
  <Words>137</Words>
  <Application>Microsoft Office PowerPoint</Application>
  <PresentationFormat>Panorámica</PresentationFormat>
  <Paragraphs>99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Tw Cen MT</vt:lpstr>
      <vt:lpstr>Circuito</vt:lpstr>
      <vt:lpstr>Mysql con docker</vt:lpstr>
      <vt:lpstr>Mysql con docker</vt:lpstr>
      <vt:lpstr>Mysql con docker</vt:lpstr>
      <vt:lpstr>Mysql con docker</vt:lpstr>
      <vt:lpstr>Mysql con docker</vt:lpstr>
      <vt:lpstr>Mysql con docker</vt:lpstr>
      <vt:lpstr>Mysql con docker</vt:lpstr>
      <vt:lpstr>Mysql con docker</vt:lpstr>
      <vt:lpstr>Mysql con docker</vt:lpstr>
      <vt:lpstr>Mysql con docker</vt:lpstr>
      <vt:lpstr>Mysql con docker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 con docker</dc:title>
  <dc:creator>oscar andres lopez velasquez</dc:creator>
  <cp:lastModifiedBy>oscar andres lopez velasquez</cp:lastModifiedBy>
  <cp:revision>14</cp:revision>
  <dcterms:created xsi:type="dcterms:W3CDTF">2020-03-31T17:52:19Z</dcterms:created>
  <dcterms:modified xsi:type="dcterms:W3CDTF">2020-04-01T02:59:44Z</dcterms:modified>
</cp:coreProperties>
</file>