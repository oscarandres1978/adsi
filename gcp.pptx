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4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scar andres lopez velasquez" initials="oalv" lastIdx="1" clrIdx="0">
    <p:extLst>
      <p:ext uri="{19B8F6BF-5375-455C-9EA6-DF929625EA0E}">
        <p15:presenceInfo xmlns:p15="http://schemas.microsoft.com/office/powerpoint/2012/main" userId="b15717820831a9a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3-10T10:04:32.664" idx="1">
    <p:pos x="4174" y="2658"/>
    <p:text/>
    <p:extLst>
      <p:ext uri="{C676402C-5697-4E1C-873F-D02D1690AC5C}">
        <p15:threadingInfo xmlns:p15="http://schemas.microsoft.com/office/powerpoint/2012/main" timeZoneBias="30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3-10T10:04:32.664" idx="1">
    <p:pos x="4174" y="2658"/>
    <p:text/>
    <p:extLst>
      <p:ext uri="{C676402C-5697-4E1C-873F-D02D1690AC5C}">
        <p15:threadingInfo xmlns:p15="http://schemas.microsoft.com/office/powerpoint/2012/main" timeZoneBias="30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3-10T10:04:32.664" idx="1">
    <p:pos x="4174" y="2658"/>
    <p:text/>
    <p:extLst>
      <p:ext uri="{C676402C-5697-4E1C-873F-D02D1690AC5C}">
        <p15:threadingInfo xmlns:p15="http://schemas.microsoft.com/office/powerpoint/2012/main" timeZoneBias="30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3-10T10:04:32.664" idx="1">
    <p:pos x="4174" y="2658"/>
    <p:text/>
    <p:extLst>
      <p:ext uri="{C676402C-5697-4E1C-873F-D02D1690AC5C}">
        <p15:threadingInfo xmlns:p15="http://schemas.microsoft.com/office/powerpoint/2012/main" timeZoneBias="30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3/10/2020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601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3/10/2020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73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3/10/2020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578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3/10/2020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391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3/10/2020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631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3/10/2020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648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3/10/2020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776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3/10/2020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524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3/10/2020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687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smtClean="0"/>
              <a:t>3/10/2020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485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smtClean="0"/>
              <a:t>3/10/2020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9152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3/10/2020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0473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10339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90095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3/10/2020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840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3/10/2020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118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3/10/2020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508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hyperlink" Target="https://es.wikipedia.org/wiki/Persistencia_(inform%C3%A1tica)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61354" y="-1224275"/>
            <a:ext cx="8548560" cy="2510822"/>
          </a:xfrm>
        </p:spPr>
        <p:txBody>
          <a:bodyPr/>
          <a:lstStyle/>
          <a:p>
            <a:pPr algn="ctr"/>
            <a:r>
              <a:rPr lang="es-CO" sz="4000" dirty="0" smtClean="0"/>
              <a:t>Google Cloud </a:t>
            </a:r>
            <a:r>
              <a:rPr lang="es-CO" sz="4000" dirty="0" err="1" smtClean="0"/>
              <a:t>Platform</a:t>
            </a:r>
            <a:r>
              <a:rPr lang="es-CO" sz="4000" dirty="0" smtClean="0"/>
              <a:t/>
            </a:r>
            <a:br>
              <a:rPr lang="es-CO" sz="4000" dirty="0" smtClean="0"/>
            </a:br>
            <a:r>
              <a:rPr lang="es-CO" sz="4000" dirty="0" smtClean="0"/>
              <a:t>BASES DE DATOS</a:t>
            </a:r>
            <a:endParaRPr lang="es-CO" sz="4000" dirty="0"/>
          </a:p>
        </p:txBody>
      </p:sp>
      <p:sp>
        <p:nvSpPr>
          <p:cNvPr id="7" name="Elipse 6"/>
          <p:cNvSpPr/>
          <p:nvPr/>
        </p:nvSpPr>
        <p:spPr>
          <a:xfrm>
            <a:off x="878666" y="1123060"/>
            <a:ext cx="2351586" cy="15179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/>
          <p:cNvSpPr txBox="1"/>
          <p:nvPr/>
        </p:nvSpPr>
        <p:spPr>
          <a:xfrm>
            <a:off x="1271622" y="1516751"/>
            <a:ext cx="164762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dirty="0"/>
              <a:t>Cloud </a:t>
            </a:r>
            <a:r>
              <a:rPr lang="es-CO" sz="2800" dirty="0" err="1"/>
              <a:t>Bigtable</a:t>
            </a:r>
            <a:endParaRPr lang="es-CO" sz="2800" dirty="0"/>
          </a:p>
          <a:p>
            <a:endParaRPr lang="es-CO" dirty="0"/>
          </a:p>
        </p:txBody>
      </p:sp>
      <p:sp>
        <p:nvSpPr>
          <p:cNvPr id="11" name="Rectángulo redondeado 10"/>
          <p:cNvSpPr/>
          <p:nvPr/>
        </p:nvSpPr>
        <p:spPr>
          <a:xfrm>
            <a:off x="3485483" y="1286547"/>
            <a:ext cx="6624431" cy="19469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6" name="CuadroTexto 15"/>
          <p:cNvSpPr txBox="1"/>
          <p:nvPr/>
        </p:nvSpPr>
        <p:spPr>
          <a:xfrm>
            <a:off x="3914747" y="1301052"/>
            <a:ext cx="594324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/>
              <a:t>Cloud </a:t>
            </a:r>
            <a:r>
              <a:rPr lang="es-CO" sz="2000" dirty="0" err="1"/>
              <a:t>Bigtable</a:t>
            </a:r>
            <a:r>
              <a:rPr lang="es-CO" sz="2000" dirty="0"/>
              <a:t> es el servicio de base de datos </a:t>
            </a:r>
            <a:r>
              <a:rPr lang="es-CO" sz="2000" dirty="0" err="1"/>
              <a:t>NoSQL</a:t>
            </a:r>
            <a:r>
              <a:rPr lang="es-CO" sz="2000" dirty="0"/>
              <a:t> de Google para trabajar con </a:t>
            </a:r>
            <a:r>
              <a:rPr lang="es-CO" sz="2000" dirty="0" err="1"/>
              <a:t>macrodatos</a:t>
            </a:r>
            <a:r>
              <a:rPr lang="es-CO" sz="2000" dirty="0"/>
              <a:t>.( CLAVE VALOR)</a:t>
            </a:r>
          </a:p>
          <a:p>
            <a:r>
              <a:rPr lang="es-CO" sz="2000" dirty="0"/>
              <a:t>Almacena terabytes o </a:t>
            </a:r>
            <a:r>
              <a:rPr lang="es-CO" sz="2000" dirty="0" err="1"/>
              <a:t>petabytes</a:t>
            </a:r>
            <a:r>
              <a:rPr lang="es-CO" sz="2000" dirty="0"/>
              <a:t> de datos con un servicio de base de datos </a:t>
            </a:r>
            <a:r>
              <a:rPr lang="es-CO" sz="2000" dirty="0" err="1"/>
              <a:t>NoSQL</a:t>
            </a:r>
            <a:r>
              <a:rPr lang="es-CO" sz="2000" dirty="0"/>
              <a:t> de columna ancha. Procesos De Big </a:t>
            </a:r>
            <a:r>
              <a:rPr lang="es-CO" sz="2000" dirty="0" smtClean="0"/>
              <a:t>Data-Machine </a:t>
            </a:r>
            <a:r>
              <a:rPr lang="es-CO" sz="2000" dirty="0" err="1" smtClean="0"/>
              <a:t>Learning</a:t>
            </a:r>
            <a:endParaRPr lang="es-CO" sz="2000" dirty="0"/>
          </a:p>
          <a:p>
            <a:endParaRPr lang="es-CO" dirty="0"/>
          </a:p>
        </p:txBody>
      </p:sp>
      <p:cxnSp>
        <p:nvCxnSpPr>
          <p:cNvPr id="29" name="Conector recto de flecha 28"/>
          <p:cNvCxnSpPr/>
          <p:nvPr/>
        </p:nvCxnSpPr>
        <p:spPr>
          <a:xfrm>
            <a:off x="2884868" y="2435215"/>
            <a:ext cx="4636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Imagen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459" y="3803538"/>
            <a:ext cx="7321361" cy="2918969"/>
          </a:xfrm>
          <a:prstGeom prst="rect">
            <a:avLst/>
          </a:prstGeom>
        </p:spPr>
      </p:pic>
      <p:cxnSp>
        <p:nvCxnSpPr>
          <p:cNvPr id="32" name="Conector recto de flecha 31"/>
          <p:cNvCxnSpPr/>
          <p:nvPr/>
        </p:nvCxnSpPr>
        <p:spPr>
          <a:xfrm>
            <a:off x="5065928" y="3181082"/>
            <a:ext cx="0" cy="605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215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61354" y="-1224275"/>
            <a:ext cx="8548560" cy="2510822"/>
          </a:xfrm>
        </p:spPr>
        <p:txBody>
          <a:bodyPr/>
          <a:lstStyle/>
          <a:p>
            <a:pPr algn="ctr"/>
            <a:r>
              <a:rPr lang="es-CO" sz="4000" dirty="0" smtClean="0"/>
              <a:t>Google Cloud </a:t>
            </a:r>
            <a:r>
              <a:rPr lang="es-CO" sz="4000" dirty="0" err="1" smtClean="0"/>
              <a:t>Platform</a:t>
            </a:r>
            <a:r>
              <a:rPr lang="es-CO" sz="4000" dirty="0" smtClean="0"/>
              <a:t/>
            </a:r>
            <a:br>
              <a:rPr lang="es-CO" sz="4000" dirty="0" smtClean="0"/>
            </a:br>
            <a:r>
              <a:rPr lang="es-CO" sz="4000" dirty="0" smtClean="0"/>
              <a:t>BASES DE DATOS</a:t>
            </a:r>
            <a:endParaRPr lang="es-CO" sz="4000" dirty="0"/>
          </a:p>
        </p:txBody>
      </p:sp>
      <p:sp>
        <p:nvSpPr>
          <p:cNvPr id="7" name="Elipse 6"/>
          <p:cNvSpPr/>
          <p:nvPr/>
        </p:nvSpPr>
        <p:spPr>
          <a:xfrm>
            <a:off x="878666" y="1123060"/>
            <a:ext cx="2351586" cy="15179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/>
          <p:cNvSpPr txBox="1"/>
          <p:nvPr/>
        </p:nvSpPr>
        <p:spPr>
          <a:xfrm>
            <a:off x="1271622" y="1516751"/>
            <a:ext cx="164762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dirty="0" err="1"/>
              <a:t>Firestore</a:t>
            </a:r>
            <a:endParaRPr lang="es-CO" sz="2800" dirty="0"/>
          </a:p>
          <a:p>
            <a:endParaRPr lang="es-CO" dirty="0"/>
          </a:p>
        </p:txBody>
      </p:sp>
      <p:sp>
        <p:nvSpPr>
          <p:cNvPr id="11" name="Rectángulo redondeado 10"/>
          <p:cNvSpPr/>
          <p:nvPr/>
        </p:nvSpPr>
        <p:spPr>
          <a:xfrm>
            <a:off x="3485483" y="1286547"/>
            <a:ext cx="6624431" cy="19469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6" name="CuadroTexto 15"/>
          <p:cNvSpPr txBox="1"/>
          <p:nvPr/>
        </p:nvSpPr>
        <p:spPr>
          <a:xfrm>
            <a:off x="3777771" y="1301307"/>
            <a:ext cx="63321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Cloud </a:t>
            </a:r>
            <a:r>
              <a:rPr lang="es-CO" dirty="0" err="1"/>
              <a:t>Firestore</a:t>
            </a:r>
            <a:r>
              <a:rPr lang="es-CO" dirty="0"/>
              <a:t> es una base de datos de documentos </a:t>
            </a:r>
            <a:r>
              <a:rPr lang="es-CO" dirty="0" err="1"/>
              <a:t>NoSQL</a:t>
            </a:r>
            <a:r>
              <a:rPr lang="es-CO" dirty="0"/>
              <a:t> compilada para proporcionar ajuste de escala automático, alto rendimiento y facilidad de desarrollo de aplicaciones. Si bien la interfaz de Cloud </a:t>
            </a:r>
            <a:r>
              <a:rPr lang="es-CO" dirty="0" err="1"/>
              <a:t>Firestore</a:t>
            </a:r>
            <a:r>
              <a:rPr lang="es-CO" dirty="0"/>
              <a:t> comparte muchas de sus características con las bases de datos tradicionales, las </a:t>
            </a:r>
            <a:r>
              <a:rPr lang="es-CO" dirty="0" err="1"/>
              <a:t>NoSQL</a:t>
            </a:r>
            <a:r>
              <a:rPr lang="es-CO" dirty="0"/>
              <a:t> se diferencian de estas últimas por el modo en que describen las relaciones entre objetos de datos.</a:t>
            </a:r>
          </a:p>
        </p:txBody>
      </p:sp>
      <p:cxnSp>
        <p:nvCxnSpPr>
          <p:cNvPr id="29" name="Conector recto de flecha 28"/>
          <p:cNvCxnSpPr/>
          <p:nvPr/>
        </p:nvCxnSpPr>
        <p:spPr>
          <a:xfrm>
            <a:off x="2884868" y="2435215"/>
            <a:ext cx="4636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/>
          <p:cNvCxnSpPr/>
          <p:nvPr/>
        </p:nvCxnSpPr>
        <p:spPr>
          <a:xfrm>
            <a:off x="5065928" y="3181082"/>
            <a:ext cx="0" cy="605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811" y="3797369"/>
            <a:ext cx="7638007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91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61354" y="-1224275"/>
            <a:ext cx="8548560" cy="2510822"/>
          </a:xfrm>
        </p:spPr>
        <p:txBody>
          <a:bodyPr/>
          <a:lstStyle/>
          <a:p>
            <a:pPr algn="ctr"/>
            <a:r>
              <a:rPr lang="es-CO" sz="4000" dirty="0" smtClean="0"/>
              <a:t>Google Cloud </a:t>
            </a:r>
            <a:r>
              <a:rPr lang="es-CO" sz="4000" dirty="0" err="1" smtClean="0"/>
              <a:t>Platform</a:t>
            </a:r>
            <a:r>
              <a:rPr lang="es-CO" sz="4000" dirty="0" smtClean="0"/>
              <a:t/>
            </a:r>
            <a:br>
              <a:rPr lang="es-CO" sz="4000" dirty="0" smtClean="0"/>
            </a:br>
            <a:r>
              <a:rPr lang="es-CO" sz="4000" dirty="0" smtClean="0"/>
              <a:t>BASES DE DATOS</a:t>
            </a:r>
            <a:endParaRPr lang="es-CO" sz="4000" dirty="0"/>
          </a:p>
        </p:txBody>
      </p:sp>
      <p:sp>
        <p:nvSpPr>
          <p:cNvPr id="7" name="Elipse 6"/>
          <p:cNvSpPr/>
          <p:nvPr/>
        </p:nvSpPr>
        <p:spPr>
          <a:xfrm>
            <a:off x="878666" y="1123060"/>
            <a:ext cx="2351586" cy="15179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/>
          <p:cNvSpPr txBox="1"/>
          <p:nvPr/>
        </p:nvSpPr>
        <p:spPr>
          <a:xfrm>
            <a:off x="979334" y="1516750"/>
            <a:ext cx="225091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dirty="0" err="1" smtClean="0"/>
              <a:t>Memorystore</a:t>
            </a:r>
            <a:endParaRPr lang="es-CO" sz="2800" dirty="0"/>
          </a:p>
          <a:p>
            <a:endParaRPr lang="es-CO" dirty="0"/>
          </a:p>
        </p:txBody>
      </p:sp>
      <p:sp>
        <p:nvSpPr>
          <p:cNvPr id="11" name="Rectángulo redondeado 10"/>
          <p:cNvSpPr/>
          <p:nvPr/>
        </p:nvSpPr>
        <p:spPr>
          <a:xfrm>
            <a:off x="3485483" y="1286547"/>
            <a:ext cx="8556263" cy="19469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6" name="CuadroTexto 15"/>
          <p:cNvSpPr txBox="1"/>
          <p:nvPr/>
        </p:nvSpPr>
        <p:spPr>
          <a:xfrm>
            <a:off x="3777771" y="1301307"/>
            <a:ext cx="82639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smtClean="0"/>
              <a:t>proporciona </a:t>
            </a:r>
            <a:r>
              <a:rPr lang="es-CO" dirty="0"/>
              <a:t>un servicio completamente administrado para el almacenamiento de datos en memoria de </a:t>
            </a:r>
            <a:r>
              <a:rPr lang="es-CO" dirty="0" err="1"/>
              <a:t>Redis</a:t>
            </a:r>
            <a:r>
              <a:rPr lang="es-CO" dirty="0"/>
              <a:t> que permite crear almacenamientos en caché de aplicaciones para brindar acceso a datos en menos de milisegundos</a:t>
            </a:r>
            <a:r>
              <a:rPr lang="es-CO" dirty="0" smtClean="0"/>
              <a:t>.</a:t>
            </a:r>
          </a:p>
          <a:p>
            <a:endParaRPr lang="es-CO" dirty="0"/>
          </a:p>
          <a:p>
            <a:r>
              <a:rPr lang="es-CO" dirty="0"/>
              <a:t>(</a:t>
            </a:r>
            <a:r>
              <a:rPr lang="es-CO" b="1" dirty="0" err="1" smtClean="0"/>
              <a:t>Redis</a:t>
            </a:r>
            <a:r>
              <a:rPr lang="es-CO" dirty="0"/>
              <a:t> es un motor de base de datos en memoria, basado en el almacenamiento en tablas </a:t>
            </a:r>
            <a:r>
              <a:rPr lang="es-CO" dirty="0" smtClean="0"/>
              <a:t>de hashes(clave/valor</a:t>
            </a:r>
            <a:r>
              <a:rPr lang="es-CO" dirty="0"/>
              <a:t>) </a:t>
            </a:r>
            <a:r>
              <a:rPr lang="es-CO" dirty="0" smtClean="0">
                <a:hlinkClick r:id="rId2" tooltip="Persistencia (informática)"/>
              </a:rPr>
              <a:t>e </a:t>
            </a:r>
            <a:r>
              <a:rPr lang="es-CO" dirty="0">
                <a:hlinkClick r:id="rId2" tooltip="Persistencia (informática)"/>
              </a:rPr>
              <a:t>de datos durable o persistente</a:t>
            </a:r>
            <a:r>
              <a:rPr lang="es-CO" dirty="0"/>
              <a:t>. </a:t>
            </a:r>
          </a:p>
        </p:txBody>
      </p:sp>
      <p:cxnSp>
        <p:nvCxnSpPr>
          <p:cNvPr id="29" name="Conector recto de flecha 28"/>
          <p:cNvCxnSpPr/>
          <p:nvPr/>
        </p:nvCxnSpPr>
        <p:spPr>
          <a:xfrm>
            <a:off x="2884868" y="2435215"/>
            <a:ext cx="4636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/>
          <p:cNvCxnSpPr/>
          <p:nvPr/>
        </p:nvCxnSpPr>
        <p:spPr>
          <a:xfrm>
            <a:off x="5065928" y="3181082"/>
            <a:ext cx="0" cy="605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515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61354" y="-1224275"/>
            <a:ext cx="8548560" cy="2510822"/>
          </a:xfrm>
        </p:spPr>
        <p:txBody>
          <a:bodyPr/>
          <a:lstStyle/>
          <a:p>
            <a:pPr algn="ctr"/>
            <a:r>
              <a:rPr lang="es-CO" sz="4000" dirty="0" smtClean="0"/>
              <a:t>Google Cloud </a:t>
            </a:r>
            <a:r>
              <a:rPr lang="es-CO" sz="4000" dirty="0" err="1" smtClean="0"/>
              <a:t>Platform</a:t>
            </a:r>
            <a:r>
              <a:rPr lang="es-CO" sz="4000" dirty="0" smtClean="0"/>
              <a:t/>
            </a:r>
            <a:br>
              <a:rPr lang="es-CO" sz="4000" dirty="0" smtClean="0"/>
            </a:br>
            <a:r>
              <a:rPr lang="es-CO" sz="4000" dirty="0" smtClean="0"/>
              <a:t>BASES DE DATOS</a:t>
            </a:r>
            <a:endParaRPr lang="es-CO" sz="4000" dirty="0"/>
          </a:p>
        </p:txBody>
      </p:sp>
      <p:sp>
        <p:nvSpPr>
          <p:cNvPr id="7" name="Elipse 6"/>
          <p:cNvSpPr/>
          <p:nvPr/>
        </p:nvSpPr>
        <p:spPr>
          <a:xfrm>
            <a:off x="878666" y="1123060"/>
            <a:ext cx="2351586" cy="151799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/>
          <p:cNvSpPr txBox="1"/>
          <p:nvPr/>
        </p:nvSpPr>
        <p:spPr>
          <a:xfrm>
            <a:off x="1271622" y="1516751"/>
            <a:ext cx="164762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dirty="0" smtClean="0"/>
              <a:t>Cloud </a:t>
            </a:r>
            <a:r>
              <a:rPr lang="es-CO" sz="2800" dirty="0" err="1" smtClean="0"/>
              <a:t>Spanner</a:t>
            </a:r>
            <a:endParaRPr lang="es-CO" sz="2800" dirty="0"/>
          </a:p>
          <a:p>
            <a:endParaRPr lang="es-CO" dirty="0"/>
          </a:p>
        </p:txBody>
      </p:sp>
      <p:sp>
        <p:nvSpPr>
          <p:cNvPr id="11" name="Rectángulo redondeado 10"/>
          <p:cNvSpPr/>
          <p:nvPr/>
        </p:nvSpPr>
        <p:spPr>
          <a:xfrm>
            <a:off x="3485483" y="1286547"/>
            <a:ext cx="6624431" cy="19469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6" name="CuadroTexto 15"/>
          <p:cNvSpPr txBox="1"/>
          <p:nvPr/>
        </p:nvSpPr>
        <p:spPr>
          <a:xfrm>
            <a:off x="3777771" y="1301307"/>
            <a:ext cx="63321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Cloud </a:t>
            </a:r>
            <a:r>
              <a:rPr lang="es-CO" dirty="0" err="1"/>
              <a:t>Spanner</a:t>
            </a:r>
            <a:r>
              <a:rPr lang="es-CO"/>
              <a:t> es un servicio crítico de bases de datos relacionales y completamente administrado que ofrece coherencia en las transacciones a escala global, esquemas, SQL (ANSI 2011 con extensiones) y replicación automática síncrona para brindar una alta disponibilidad.</a:t>
            </a:r>
            <a:endParaRPr lang="es-CO" dirty="0"/>
          </a:p>
        </p:txBody>
      </p:sp>
      <p:cxnSp>
        <p:nvCxnSpPr>
          <p:cNvPr id="29" name="Conector recto de flecha 28"/>
          <p:cNvCxnSpPr/>
          <p:nvPr/>
        </p:nvCxnSpPr>
        <p:spPr>
          <a:xfrm>
            <a:off x="2884868" y="2435215"/>
            <a:ext cx="4636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/>
          <p:cNvCxnSpPr/>
          <p:nvPr/>
        </p:nvCxnSpPr>
        <p:spPr>
          <a:xfrm>
            <a:off x="5065928" y="3181082"/>
            <a:ext cx="0" cy="605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811" y="3797369"/>
            <a:ext cx="7638007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649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249</TotalTime>
  <Words>55</Words>
  <Application>Microsoft Office PowerPoint</Application>
  <PresentationFormat>Panorámica</PresentationFormat>
  <Paragraphs>15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Faceta</vt:lpstr>
      <vt:lpstr>Google Cloud Platform BASES DE DATOS</vt:lpstr>
      <vt:lpstr>Google Cloud Platform BASES DE DATOS</vt:lpstr>
      <vt:lpstr>Google Cloud Platform BASES DE DATOS</vt:lpstr>
      <vt:lpstr>Google Cloud Platform BASES DE DATOS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Cloud Platform</dc:title>
  <dc:creator>oscar andres lopez velasquez</dc:creator>
  <cp:lastModifiedBy>oscar andres lopez velasquez</cp:lastModifiedBy>
  <cp:revision>11</cp:revision>
  <dcterms:created xsi:type="dcterms:W3CDTF">2020-03-10T12:00:03Z</dcterms:created>
  <dcterms:modified xsi:type="dcterms:W3CDTF">2020-03-10T16:09:59Z</dcterms:modified>
</cp:coreProperties>
</file>