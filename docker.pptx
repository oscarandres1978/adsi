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3/24/2020</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3/24/2020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F34E6425-0181-43F2-84FC-787E803FD2F8}" type="datetimeFigureOut">
              <a:rPr lang="en-US" dirty="0"/>
              <a:t>3/24/2020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3/24/2020</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3/24/2020</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3/24/2020</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3/24/2020</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76E86A4C-8E40-4F87-A4F0-01A0687C5742}" type="datetimeFigureOut">
              <a:rPr lang="en-US" dirty="0"/>
              <a:t>3/24/2020</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s-ES" smtClean="0"/>
              <a:t>Haga clic en el icono para agregar una imagen</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35E72C73-2D91-4E12-BA25-F0AA0C03599B}" type="datetimeFigureOut">
              <a:rPr lang="en-US" dirty="0"/>
              <a:t>3/24/2020</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923A1CC3-2375-41D4-9E03-427CAF2A4C1A}" type="datetimeFigureOut">
              <a:rPr lang="en-US" dirty="0"/>
              <a:t>3/24/2020</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AFF16868-8199-4C2C-A5B1-63AEE139F88E}" type="datetimeFigureOut">
              <a:rPr lang="en-US" dirty="0"/>
              <a:t>3/24/2020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s-ES" smtClean="0"/>
              <a:t>Haga clic para modificar el estilo de título del patrón</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AAD9FF7F-6988-44CC-821B-644E70CD2F73}" type="datetimeFigureOut">
              <a:rPr lang="en-US" dirty="0"/>
              <a:t>3/24/2020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C12C299-16B2-4475-990D-751901EACC14}" type="datetimeFigureOut">
              <a:rPr lang="en-US" dirty="0"/>
              <a:t>3/24/2020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3/24/2020</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3/24/2020</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3/24/2020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3/24/2020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3/24/2020</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en.wikipedia.org/wiki/Peer-to-peer" TargetMode="External"/><Relationship Id="rId3" Type="http://schemas.openxmlformats.org/officeDocument/2006/relationships/hyperlink" Target="https://en.wikipedia.org/wiki/Cloud_computing" TargetMode="External"/><Relationship Id="rId7" Type="http://schemas.openxmlformats.org/officeDocument/2006/relationships/hyperlink" Target="https://en.wikipedia.org/wiki/Microservices" TargetMode="External"/><Relationship Id="rId2" Type="http://schemas.openxmlformats.org/officeDocument/2006/relationships/hyperlink" Target="https://en.wikipedia.org/wiki/Execution_model" TargetMode="External"/><Relationship Id="rId1" Type="http://schemas.openxmlformats.org/officeDocument/2006/relationships/slideLayout" Target="../slideLayouts/slideLayout1.xml"/><Relationship Id="rId6" Type="http://schemas.openxmlformats.org/officeDocument/2006/relationships/hyperlink" Target="https://en.wikipedia.org/wiki/Software_deployment" TargetMode="External"/><Relationship Id="rId5" Type="http://schemas.openxmlformats.org/officeDocument/2006/relationships/hyperlink" Target="https://en.wikipedia.org/wiki/Utility_computing" TargetMode="External"/><Relationship Id="rId4" Type="http://schemas.openxmlformats.org/officeDocument/2006/relationships/hyperlink" Target="https://en.wikipedia.org/wiki/Server_(computing)"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azure.microsoft.com/es-es/overview/what-is-iaas/" TargetMode="External"/><Relationship Id="rId2" Type="http://schemas.openxmlformats.org/officeDocument/2006/relationships/hyperlink" Target="https://azure.microsoft.com/es-es/overview/choosing-a-cloud-service-provider/" TargetMode="External"/><Relationship Id="rId1" Type="http://schemas.openxmlformats.org/officeDocument/2006/relationships/slideLayout" Target="../slideLayouts/slideLayout2.xml"/><Relationship Id="rId4" Type="http://schemas.openxmlformats.org/officeDocument/2006/relationships/hyperlink" Target="https://azure.microsoft.com/es-es/topic/what-is-kubernetes/"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35259" y="2820950"/>
            <a:ext cx="8825658" cy="2677648"/>
          </a:xfrm>
        </p:spPr>
        <p:txBody>
          <a:bodyPr/>
          <a:lstStyle/>
          <a:p>
            <a:r>
              <a:rPr lang="es-CO" sz="1600" b="1" dirty="0"/>
              <a:t>La computación sin servidor</a:t>
            </a:r>
            <a:r>
              <a:rPr lang="es-CO" sz="1600" dirty="0"/>
              <a:t> es un </a:t>
            </a:r>
            <a:r>
              <a:rPr lang="es-CO" sz="1600" dirty="0">
                <a:hlinkClick r:id="rId2" tooltip="Execution model"/>
              </a:rPr>
              <a:t>modelo de ejecución de </a:t>
            </a:r>
            <a:r>
              <a:rPr lang="es-CO" sz="1600" dirty="0">
                <a:hlinkClick r:id="rId3" tooltip="Computación en la nube"/>
              </a:rPr>
              <a:t>computación</a:t>
            </a:r>
            <a:r>
              <a:rPr lang="es-CO" sz="1600" dirty="0"/>
              <a:t> en la nube en el que el proveedor de la nube ejecuta el </a:t>
            </a:r>
            <a:r>
              <a:rPr lang="es-CO" sz="1600" dirty="0">
                <a:hlinkClick r:id="rId4" tooltip="Server (computing)"/>
              </a:rPr>
              <a:t>servidor</a:t>
            </a:r>
            <a:r>
              <a:rPr lang="es-CO" sz="1600" dirty="0"/>
              <a:t> y administra dinámicamente la asignación de recursos de la máquina. El precio se basa en la cantidad real de recursos consumidos por una aplicación, en lugar de en unidades de capacidad compradas previamente. </a:t>
            </a:r>
            <a:r>
              <a:rPr lang="es-CO" sz="1600" dirty="0" smtClean="0"/>
              <a:t>Puede </a:t>
            </a:r>
            <a:r>
              <a:rPr lang="es-CO" sz="1600" dirty="0"/>
              <a:t>ser una forma de </a:t>
            </a:r>
            <a:r>
              <a:rPr lang="es-CO" sz="1600" dirty="0">
                <a:hlinkClick r:id="rId5" tooltip="Utility computing"/>
              </a:rPr>
              <a:t>utilidad informática</a:t>
            </a:r>
            <a:r>
              <a:rPr lang="es-CO" sz="1600" dirty="0"/>
              <a:t> .</a:t>
            </a:r>
            <a:br>
              <a:rPr lang="es-CO" sz="1600" dirty="0"/>
            </a:br>
            <a:r>
              <a:rPr lang="es-CO" sz="1600" dirty="0"/>
              <a:t>La informática sin servidor puede simplificar el proceso de </a:t>
            </a:r>
            <a:r>
              <a:rPr lang="es-CO" sz="1600" dirty="0">
                <a:hlinkClick r:id="rId6" tooltip="Despliegue de software"/>
              </a:rPr>
              <a:t>implementación de código</a:t>
            </a:r>
            <a:r>
              <a:rPr lang="es-CO" sz="1600" dirty="0"/>
              <a:t> en producción. Las operaciones de escala, planificación de capacidad y mantenimiento pueden estar ocultas para el desarrollador u operador. El código sin servidor se puede usar junto con el código implementado en estilos tradicionales, como los </a:t>
            </a:r>
            <a:r>
              <a:rPr lang="es-CO" sz="1600" dirty="0" err="1">
                <a:hlinkClick r:id="rId7" tooltip="Microservicios"/>
              </a:rPr>
              <a:t>microservicios</a:t>
            </a:r>
            <a:r>
              <a:rPr lang="es-CO" sz="1600" dirty="0"/>
              <a:t> . Alternativamente, las aplicaciones se pueden escribir para que sean puramente sin servidor y no utilicen servidores aprovisionados. </a:t>
            </a:r>
            <a:br>
              <a:rPr lang="es-CO" sz="1600" dirty="0"/>
            </a:br>
            <a:r>
              <a:rPr lang="es-CO" sz="1600" dirty="0"/>
              <a:t>Esto no debe confundirse con los modelos informáticos o de red que no requieren un servidor real para funcionar, como el </a:t>
            </a:r>
            <a:r>
              <a:rPr lang="es-CO" sz="1600" dirty="0">
                <a:hlinkClick r:id="rId8" tooltip="De igual a igual"/>
              </a:rPr>
              <a:t>punto a punto</a:t>
            </a:r>
            <a:r>
              <a:rPr lang="es-CO" sz="1600" dirty="0"/>
              <a:t> (P2P).</a:t>
            </a:r>
            <a:br>
              <a:rPr lang="es-CO" sz="1600" dirty="0"/>
            </a:br>
            <a:endParaRPr lang="es-CO" sz="1600" dirty="0"/>
          </a:p>
        </p:txBody>
      </p:sp>
      <p:sp>
        <p:nvSpPr>
          <p:cNvPr id="3" name="Subtítulo 2"/>
          <p:cNvSpPr>
            <a:spLocks noGrp="1"/>
          </p:cNvSpPr>
          <p:nvPr>
            <p:ph type="subTitle" idx="1"/>
          </p:nvPr>
        </p:nvSpPr>
        <p:spPr>
          <a:xfrm>
            <a:off x="1154955" y="823566"/>
            <a:ext cx="8825658" cy="861420"/>
          </a:xfrm>
        </p:spPr>
        <p:txBody>
          <a:bodyPr>
            <a:normAutofit/>
          </a:bodyPr>
          <a:lstStyle/>
          <a:p>
            <a:r>
              <a:rPr lang="es-CO" sz="2400" dirty="0" smtClean="0"/>
              <a:t>QUE ES  SERVELESS ?</a:t>
            </a:r>
            <a:endParaRPr lang="es-CO" sz="2400" dirty="0"/>
          </a:p>
        </p:txBody>
      </p:sp>
    </p:spTree>
    <p:extLst>
      <p:ext uri="{BB962C8B-B14F-4D97-AF65-F5344CB8AC3E}">
        <p14:creationId xmlns:p14="http://schemas.microsoft.com/office/powerpoint/2010/main" val="1003874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Que es </a:t>
            </a:r>
            <a:r>
              <a:rPr lang="es-CO" dirty="0" err="1" smtClean="0"/>
              <a:t>platfoorm</a:t>
            </a:r>
            <a:r>
              <a:rPr lang="es-CO" dirty="0" smtClean="0"/>
              <a:t> as a </a:t>
            </a:r>
            <a:r>
              <a:rPr lang="es-CO" dirty="0" err="1" smtClean="0"/>
              <a:t>service</a:t>
            </a:r>
            <a:r>
              <a:rPr lang="es-CO" dirty="0" smtClean="0"/>
              <a:t> PASS </a:t>
            </a:r>
            <a:endParaRPr lang="es-CO" dirty="0"/>
          </a:p>
        </p:txBody>
      </p:sp>
      <p:sp>
        <p:nvSpPr>
          <p:cNvPr id="3" name="Marcador de contenido 2"/>
          <p:cNvSpPr>
            <a:spLocks noGrp="1"/>
          </p:cNvSpPr>
          <p:nvPr>
            <p:ph idx="1"/>
          </p:nvPr>
        </p:nvSpPr>
        <p:spPr/>
        <p:txBody>
          <a:bodyPr>
            <a:normAutofit fontScale="77500" lnSpcReduction="20000"/>
          </a:bodyPr>
          <a:lstStyle/>
          <a:p>
            <a:r>
              <a:rPr lang="es-CO" dirty="0"/>
              <a:t>Plataforma como servicio (</a:t>
            </a:r>
            <a:r>
              <a:rPr lang="es-CO" dirty="0" err="1"/>
              <a:t>PaaS</a:t>
            </a:r>
            <a:r>
              <a:rPr lang="es-CO" dirty="0"/>
              <a:t>) es un entorno de desarrollo e implementación completo en la nube, con recursos que permiten entregar todo, desde aplicaciones sencillas basadas en la nube hasta aplicaciones empresariales sofisticadas habilitadas para la nube. Usted le compra los recursos que necesita a un </a:t>
            </a:r>
            <a:r>
              <a:rPr lang="es-CO" u="sng" dirty="0">
                <a:hlinkClick r:id="rId2"/>
              </a:rPr>
              <a:t>proveedor de servicios en la nube</a:t>
            </a:r>
            <a:r>
              <a:rPr lang="es-CO" dirty="0"/>
              <a:t>, a los que accede a través de una conexión segura a Internet, pero solo paga por el uso que hace de ellos.</a:t>
            </a:r>
          </a:p>
          <a:p>
            <a:r>
              <a:rPr lang="es-CO" dirty="0"/>
              <a:t>Al igual que </a:t>
            </a:r>
            <a:r>
              <a:rPr lang="es-CO" u="sng" dirty="0" err="1">
                <a:hlinkClick r:id="rId3"/>
              </a:rPr>
              <a:t>IaaS</a:t>
            </a:r>
            <a:r>
              <a:rPr lang="es-CO" dirty="0"/>
              <a:t>, </a:t>
            </a:r>
            <a:r>
              <a:rPr lang="es-CO" dirty="0" err="1"/>
              <a:t>PaaS</a:t>
            </a:r>
            <a:r>
              <a:rPr lang="es-CO" dirty="0"/>
              <a:t> incluye infraestructura (servidores, almacenamiento y redes), pero también incluye middleware, herramientas de desarrollo, servicios de inteligencia empresarial (BI), sistemas de administración de bases de datos, etc. </a:t>
            </a:r>
            <a:r>
              <a:rPr lang="es-CO" dirty="0" err="1"/>
              <a:t>PaaS</a:t>
            </a:r>
            <a:r>
              <a:rPr lang="es-CO" dirty="0"/>
              <a:t> está diseñado para sustentar el ciclo de vida completo de las aplicaciones web: compilación, pruebas, implementación, administración y actualización.</a:t>
            </a:r>
          </a:p>
          <a:p>
            <a:r>
              <a:rPr lang="es-CO" dirty="0" err="1"/>
              <a:t>PaaS</a:t>
            </a:r>
            <a:r>
              <a:rPr lang="es-CO" dirty="0"/>
              <a:t> permite evitar el gasto y la complejidad que suponen la compra y la administración de licencias de software, la infraestructura de aplicaciones y el middleware subyacentes, los orquestadores de contenedores como </a:t>
            </a:r>
            <a:r>
              <a:rPr lang="es-CO" u="sng" dirty="0" err="1">
                <a:hlinkClick r:id="rId4"/>
              </a:rPr>
              <a:t>Kubernetes</a:t>
            </a:r>
            <a:r>
              <a:rPr lang="es-CO" dirty="0"/>
              <a:t>, o las herramientas de desarrollo y otros recursos. Usted administra las aplicaciones y los servicios que desarrolla y, normalmente, el proveedor de servicios en la nube administra todo lo demás.</a:t>
            </a:r>
          </a:p>
          <a:p>
            <a:endParaRPr lang="es-CO" dirty="0"/>
          </a:p>
        </p:txBody>
      </p:sp>
    </p:spTree>
    <p:extLst>
      <p:ext uri="{BB962C8B-B14F-4D97-AF65-F5344CB8AC3E}">
        <p14:creationId xmlns:p14="http://schemas.microsoft.com/office/powerpoint/2010/main" val="2198564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QUE ES DOCKER?</a:t>
            </a:r>
            <a:endParaRPr lang="es-CO" dirty="0"/>
          </a:p>
        </p:txBody>
      </p:sp>
      <p:sp>
        <p:nvSpPr>
          <p:cNvPr id="3" name="Marcador de contenido 2"/>
          <p:cNvSpPr>
            <a:spLocks noGrp="1"/>
          </p:cNvSpPr>
          <p:nvPr>
            <p:ph idx="1"/>
          </p:nvPr>
        </p:nvSpPr>
        <p:spPr/>
        <p:txBody>
          <a:bodyPr/>
          <a:lstStyle/>
          <a:p>
            <a:r>
              <a:rPr lang="es-CO" dirty="0" smtClean="0"/>
              <a:t>Cuando desarrollamos software se pueden presentar problemas</a:t>
            </a:r>
          </a:p>
          <a:p>
            <a:pPr marL="0" indent="0">
              <a:buNone/>
            </a:pPr>
            <a:r>
              <a:rPr lang="es-CO" dirty="0" smtClean="0"/>
              <a:t>En la construcción o ejecución de nuestro código.</a:t>
            </a:r>
          </a:p>
          <a:p>
            <a:endParaRPr lang="es-CO" dirty="0"/>
          </a:p>
          <a:p>
            <a:endParaRPr lang="es-CO" dirty="0"/>
          </a:p>
        </p:txBody>
      </p:sp>
      <p:pic>
        <p:nvPicPr>
          <p:cNvPr id="4" name="Imagen 3"/>
          <p:cNvPicPr>
            <a:picLocks noChangeAspect="1"/>
          </p:cNvPicPr>
          <p:nvPr/>
        </p:nvPicPr>
        <p:blipFill>
          <a:blip r:embed="rId2"/>
          <a:stretch>
            <a:fillRect/>
          </a:stretch>
        </p:blipFill>
        <p:spPr>
          <a:xfrm>
            <a:off x="3834233" y="3419475"/>
            <a:ext cx="3467100" cy="2600325"/>
          </a:xfrm>
          <a:prstGeom prst="rect">
            <a:avLst/>
          </a:prstGeom>
        </p:spPr>
      </p:pic>
    </p:spTree>
    <p:extLst>
      <p:ext uri="{BB962C8B-B14F-4D97-AF65-F5344CB8AC3E}">
        <p14:creationId xmlns:p14="http://schemas.microsoft.com/office/powerpoint/2010/main" val="2831882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QUE ES DOCKER?</a:t>
            </a:r>
            <a:endParaRPr lang="es-CO" dirty="0"/>
          </a:p>
        </p:txBody>
      </p:sp>
      <p:sp>
        <p:nvSpPr>
          <p:cNvPr id="3" name="Marcador de contenido 2"/>
          <p:cNvSpPr>
            <a:spLocks noGrp="1"/>
          </p:cNvSpPr>
          <p:nvPr>
            <p:ph idx="1"/>
          </p:nvPr>
        </p:nvSpPr>
        <p:spPr/>
        <p:txBody>
          <a:bodyPr/>
          <a:lstStyle/>
          <a:p>
            <a:r>
              <a:rPr lang="es-CO" dirty="0" smtClean="0"/>
              <a:t>DOCKER LO QUE PERMITE ES SOLUCIONAR ESOS PROBLEMAS SIMPLEMENTE</a:t>
            </a:r>
          </a:p>
          <a:p>
            <a:r>
              <a:rPr lang="es-CO" dirty="0" smtClean="0"/>
              <a:t>NO ES UNA MAQUINA VIRTUAL</a:t>
            </a:r>
          </a:p>
          <a:p>
            <a:r>
              <a:rPr lang="es-CO" dirty="0" smtClean="0"/>
              <a:t>SON AGRUPACIONES DE PROCESOS QUE ESTAN AISLADOS DEL RESTO DEL MUNDO</a:t>
            </a:r>
          </a:p>
          <a:p>
            <a:r>
              <a:rPr lang="es-CO" dirty="0"/>
              <a:t>Es algo auto contenido en sí, que se </a:t>
            </a:r>
            <a:r>
              <a:rPr lang="es-CO" dirty="0" smtClean="0"/>
              <a:t>puede  </a:t>
            </a:r>
            <a:r>
              <a:rPr lang="es-CO" dirty="0"/>
              <a:t>llevar de un lado a otro de forma independiente, es portable.</a:t>
            </a:r>
            <a:endParaRPr lang="es-CO" dirty="0" smtClean="0"/>
          </a:p>
          <a:p>
            <a:endParaRPr lang="es-CO" dirty="0"/>
          </a:p>
          <a:p>
            <a:endParaRPr lang="es-CO" dirty="0" smtClean="0"/>
          </a:p>
          <a:p>
            <a:endParaRPr lang="es-CO" dirty="0"/>
          </a:p>
          <a:p>
            <a:endParaRPr lang="es-CO" dirty="0"/>
          </a:p>
        </p:txBody>
      </p:sp>
      <p:pic>
        <p:nvPicPr>
          <p:cNvPr id="5" name="Imagen 4"/>
          <p:cNvPicPr>
            <a:picLocks noChangeAspect="1"/>
          </p:cNvPicPr>
          <p:nvPr/>
        </p:nvPicPr>
        <p:blipFill>
          <a:blip r:embed="rId2"/>
          <a:stretch>
            <a:fillRect/>
          </a:stretch>
        </p:blipFill>
        <p:spPr>
          <a:xfrm>
            <a:off x="7378253" y="4431875"/>
            <a:ext cx="3336970" cy="2418461"/>
          </a:xfrm>
          <a:prstGeom prst="rect">
            <a:avLst/>
          </a:prstGeom>
        </p:spPr>
      </p:pic>
    </p:spTree>
    <p:extLst>
      <p:ext uri="{BB962C8B-B14F-4D97-AF65-F5344CB8AC3E}">
        <p14:creationId xmlns:p14="http://schemas.microsoft.com/office/powerpoint/2010/main" val="3901072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QUE ES DOCKER?</a:t>
            </a:r>
            <a:endParaRPr lang="es-CO" dirty="0"/>
          </a:p>
        </p:txBody>
      </p:sp>
      <p:sp>
        <p:nvSpPr>
          <p:cNvPr id="3" name="Marcador de contenido 2"/>
          <p:cNvSpPr>
            <a:spLocks noGrp="1"/>
          </p:cNvSpPr>
          <p:nvPr>
            <p:ph idx="1"/>
          </p:nvPr>
        </p:nvSpPr>
        <p:spPr/>
        <p:txBody>
          <a:bodyPr/>
          <a:lstStyle/>
          <a:p>
            <a:endParaRPr lang="es-CO" dirty="0" smtClean="0"/>
          </a:p>
          <a:p>
            <a:endParaRPr lang="es-CO" dirty="0"/>
          </a:p>
          <a:p>
            <a:endParaRPr lang="es-CO" dirty="0" smtClean="0"/>
          </a:p>
          <a:p>
            <a:endParaRPr lang="es-CO" dirty="0"/>
          </a:p>
          <a:p>
            <a:endParaRPr lang="es-CO" dirty="0"/>
          </a:p>
        </p:txBody>
      </p:sp>
      <p:pic>
        <p:nvPicPr>
          <p:cNvPr id="5" name="Imagen 4"/>
          <p:cNvPicPr>
            <a:picLocks noChangeAspect="1"/>
          </p:cNvPicPr>
          <p:nvPr/>
        </p:nvPicPr>
        <p:blipFill>
          <a:blip r:embed="rId2"/>
          <a:stretch>
            <a:fillRect/>
          </a:stretch>
        </p:blipFill>
        <p:spPr>
          <a:xfrm>
            <a:off x="8247882" y="4524207"/>
            <a:ext cx="3336970" cy="2418461"/>
          </a:xfrm>
          <a:prstGeom prst="rect">
            <a:avLst/>
          </a:prstGeom>
        </p:spPr>
      </p:pic>
      <p:sp>
        <p:nvSpPr>
          <p:cNvPr id="6" name="Marcador de contenido 2"/>
          <p:cNvSpPr txBox="1">
            <a:spLocks/>
          </p:cNvSpPr>
          <p:nvPr/>
        </p:nvSpPr>
        <p:spPr>
          <a:xfrm>
            <a:off x="1307354" y="2755900"/>
            <a:ext cx="8825659" cy="3416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s-CO" dirty="0" err="1"/>
              <a:t>Docker</a:t>
            </a:r>
            <a:r>
              <a:rPr lang="es-CO" dirty="0"/>
              <a:t>, me permite meter en un contenedor (“una caja”, algo auto contenido, cerrado) todas aquellas cosas que mi aplicación necesita para ser ejecutada (java, </a:t>
            </a:r>
            <a:r>
              <a:rPr lang="es-CO" dirty="0" err="1"/>
              <a:t>Maven</a:t>
            </a:r>
            <a:r>
              <a:rPr lang="es-CO" dirty="0"/>
              <a:t>, </a:t>
            </a:r>
            <a:r>
              <a:rPr lang="es-CO" dirty="0" err="1"/>
              <a:t>tomcat</a:t>
            </a:r>
            <a:r>
              <a:rPr lang="es-CO" dirty="0"/>
              <a:t>…) y la propia aplicación. Así yo me puedo llevar ese contenedor a cualquier máquina que tenga instalado </a:t>
            </a:r>
            <a:r>
              <a:rPr lang="es-CO" dirty="0" err="1"/>
              <a:t>Docker</a:t>
            </a:r>
            <a:r>
              <a:rPr lang="es-CO" dirty="0"/>
              <a:t> y ejecutar la aplicación sin tener que hacer nada más, ni preocuparme de qué versiones de software tiene instalada esa máquina, de si tiene los elementos necesarios para que </a:t>
            </a:r>
            <a:r>
              <a:rPr lang="es-CO" dirty="0" smtClean="0"/>
              <a:t>funcione mi aplicación.</a:t>
            </a:r>
          </a:p>
          <a:p>
            <a:endParaRPr lang="es-CO" dirty="0" smtClean="0"/>
          </a:p>
          <a:p>
            <a:endParaRPr lang="es-CO" dirty="0" smtClean="0"/>
          </a:p>
          <a:p>
            <a:endParaRPr lang="es-CO" dirty="0" smtClean="0"/>
          </a:p>
          <a:p>
            <a:endParaRPr lang="es-CO" dirty="0"/>
          </a:p>
        </p:txBody>
      </p:sp>
      <p:pic>
        <p:nvPicPr>
          <p:cNvPr id="4" name="Imagen 3"/>
          <p:cNvPicPr>
            <a:picLocks noChangeAspect="1"/>
          </p:cNvPicPr>
          <p:nvPr/>
        </p:nvPicPr>
        <p:blipFill>
          <a:blip r:embed="rId3"/>
          <a:stretch>
            <a:fillRect/>
          </a:stretch>
        </p:blipFill>
        <p:spPr>
          <a:xfrm>
            <a:off x="9725324" y="4989357"/>
            <a:ext cx="1133608" cy="638712"/>
          </a:xfrm>
          <a:prstGeom prst="rect">
            <a:avLst/>
          </a:prstGeom>
        </p:spPr>
      </p:pic>
    </p:spTree>
    <p:extLst>
      <p:ext uri="{BB962C8B-B14F-4D97-AF65-F5344CB8AC3E}">
        <p14:creationId xmlns:p14="http://schemas.microsoft.com/office/powerpoint/2010/main" val="621800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QUE ES DOCKER?</a:t>
            </a:r>
            <a:endParaRPr lang="es-CO" dirty="0"/>
          </a:p>
        </p:txBody>
      </p:sp>
      <p:sp>
        <p:nvSpPr>
          <p:cNvPr id="3" name="Marcador de contenido 2"/>
          <p:cNvSpPr>
            <a:spLocks noGrp="1"/>
          </p:cNvSpPr>
          <p:nvPr>
            <p:ph idx="1"/>
          </p:nvPr>
        </p:nvSpPr>
        <p:spPr/>
        <p:txBody>
          <a:bodyPr/>
          <a:lstStyle/>
          <a:p>
            <a:endParaRPr lang="es-CO" dirty="0" smtClean="0"/>
          </a:p>
          <a:p>
            <a:endParaRPr lang="es-CO" dirty="0"/>
          </a:p>
          <a:p>
            <a:endParaRPr lang="es-CO" dirty="0" smtClean="0"/>
          </a:p>
          <a:p>
            <a:endParaRPr lang="es-CO" dirty="0"/>
          </a:p>
          <a:p>
            <a:endParaRPr lang="es-CO" dirty="0"/>
          </a:p>
        </p:txBody>
      </p:sp>
      <p:pic>
        <p:nvPicPr>
          <p:cNvPr id="5" name="Imagen 4"/>
          <p:cNvPicPr>
            <a:picLocks noChangeAspect="1"/>
          </p:cNvPicPr>
          <p:nvPr/>
        </p:nvPicPr>
        <p:blipFill>
          <a:blip r:embed="rId2"/>
          <a:stretch>
            <a:fillRect/>
          </a:stretch>
        </p:blipFill>
        <p:spPr>
          <a:xfrm>
            <a:off x="8247882" y="4524207"/>
            <a:ext cx="3336970" cy="2418461"/>
          </a:xfrm>
          <a:prstGeom prst="rect">
            <a:avLst/>
          </a:prstGeom>
        </p:spPr>
      </p:pic>
      <p:sp>
        <p:nvSpPr>
          <p:cNvPr id="6" name="Marcador de contenido 2"/>
          <p:cNvSpPr txBox="1">
            <a:spLocks/>
          </p:cNvSpPr>
          <p:nvPr/>
        </p:nvSpPr>
        <p:spPr>
          <a:xfrm>
            <a:off x="1307354" y="2755900"/>
            <a:ext cx="8825659" cy="3416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s-CO" dirty="0" err="1"/>
              <a:t>Docker</a:t>
            </a:r>
            <a:r>
              <a:rPr lang="es-CO" dirty="0"/>
              <a:t>, me permite meter en un contenedor (“una caja”, algo auto contenido, cerrado) todas aquellas cosas que mi aplicación necesita para ser ejecutada (java, </a:t>
            </a:r>
            <a:r>
              <a:rPr lang="es-CO" dirty="0" err="1"/>
              <a:t>Maven</a:t>
            </a:r>
            <a:r>
              <a:rPr lang="es-CO" dirty="0"/>
              <a:t>, </a:t>
            </a:r>
            <a:r>
              <a:rPr lang="es-CO" dirty="0" err="1"/>
              <a:t>tomcat</a:t>
            </a:r>
            <a:r>
              <a:rPr lang="es-CO" dirty="0"/>
              <a:t>…) y la propia aplicación. Así yo me puedo llevar ese contenedor a cualquier máquina que tenga instalado </a:t>
            </a:r>
            <a:r>
              <a:rPr lang="es-CO" dirty="0" err="1"/>
              <a:t>Docker</a:t>
            </a:r>
            <a:r>
              <a:rPr lang="es-CO" dirty="0"/>
              <a:t> y ejecutar la aplicación sin tener que hacer nada más, ni preocuparme de qué versiones de software tiene instalada esa máquina, de si tiene los elementos necesarios para que </a:t>
            </a:r>
            <a:r>
              <a:rPr lang="es-CO" dirty="0" smtClean="0"/>
              <a:t>funcione mi aplicación.</a:t>
            </a:r>
          </a:p>
          <a:p>
            <a:endParaRPr lang="es-CO" dirty="0" smtClean="0"/>
          </a:p>
          <a:p>
            <a:endParaRPr lang="es-CO" dirty="0" smtClean="0"/>
          </a:p>
          <a:p>
            <a:endParaRPr lang="es-CO" dirty="0" smtClean="0"/>
          </a:p>
          <a:p>
            <a:endParaRPr lang="es-CO" dirty="0"/>
          </a:p>
        </p:txBody>
      </p:sp>
      <p:pic>
        <p:nvPicPr>
          <p:cNvPr id="4" name="Imagen 3"/>
          <p:cNvPicPr>
            <a:picLocks noChangeAspect="1"/>
          </p:cNvPicPr>
          <p:nvPr/>
        </p:nvPicPr>
        <p:blipFill>
          <a:blip r:embed="rId3"/>
          <a:stretch>
            <a:fillRect/>
          </a:stretch>
        </p:blipFill>
        <p:spPr>
          <a:xfrm>
            <a:off x="9725324" y="4989357"/>
            <a:ext cx="1133608" cy="638712"/>
          </a:xfrm>
          <a:prstGeom prst="rect">
            <a:avLst/>
          </a:prstGeom>
        </p:spPr>
      </p:pic>
    </p:spTree>
    <p:extLst>
      <p:ext uri="{BB962C8B-B14F-4D97-AF65-F5344CB8AC3E}">
        <p14:creationId xmlns:p14="http://schemas.microsoft.com/office/powerpoint/2010/main" val="26515675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a de reuniones Ion">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48</TotalTime>
  <Words>323</Words>
  <Application>Microsoft Office PowerPoint</Application>
  <PresentationFormat>Panorámica</PresentationFormat>
  <Paragraphs>30</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Century Gothic</vt:lpstr>
      <vt:lpstr>Wingdings 3</vt:lpstr>
      <vt:lpstr>Sala de reuniones Ion</vt:lpstr>
      <vt:lpstr>La computación sin servidor es un modelo de ejecución de computación en la nube en el que el proveedor de la nube ejecuta el servidor y administra dinámicamente la asignación de recursos de la máquina. El precio se basa en la cantidad real de recursos consumidos por una aplicación, en lugar de en unidades de capacidad compradas previamente. Puede ser una forma de utilidad informática . La informática sin servidor puede simplificar el proceso de implementación de código en producción. Las operaciones de escala, planificación de capacidad y mantenimiento pueden estar ocultas para el desarrollador u operador. El código sin servidor se puede usar junto con el código implementado en estilos tradicionales, como los microservicios . Alternativamente, las aplicaciones se pueden escribir para que sean puramente sin servidor y no utilicen servidores aprovisionados.  Esto no debe confundirse con los modelos informáticos o de red que no requieren un servidor real para funcionar, como el punto a punto (P2P). </vt:lpstr>
      <vt:lpstr>Que es platfoorm as a service PASS </vt:lpstr>
      <vt:lpstr>QUE ES DOCKER?</vt:lpstr>
      <vt:lpstr>QUE ES DOCKER?</vt:lpstr>
      <vt:lpstr>QUE ES DOCKER?</vt:lpstr>
      <vt:lpstr>QUE ES DOCKER?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computación sin servidor es un modelo de ejecución de computación en la nube en el que el proveedor de la nube ejecuta el servidor y administra dinámicamente la asignación de recursos de la máquina. El precio se basa en la cantidad real de recursos consumidos por una aplicación, en lugar de en unidades de capacidad compradas previamente. Puede ser una forma de utilidad informática . La informática sin servidor puede simplificar el proceso de implementación de código en producción. Las operaciones de escala, planificación de capacidad y mantenimiento pueden estar ocultas para el desarrollador u operador. El código sin servidor se puede usar junto con el código implementado en estilos tradicionales, como los microservicios . Alternativamente, las aplicaciones se pueden escribir para que sean puramente sin servidor y no utilicen servidores aprovisionados.  Esto no debe confundirse con los modelos informáticos o de red que no requieren un servidor real para funcionar, como el punto a punto (P2P).</dc:title>
  <dc:creator>oscar andres lopez velasquez</dc:creator>
  <cp:lastModifiedBy>oscar andres lopez velasquez</cp:lastModifiedBy>
  <cp:revision>5</cp:revision>
  <dcterms:created xsi:type="dcterms:W3CDTF">2020-03-24T14:08:58Z</dcterms:created>
  <dcterms:modified xsi:type="dcterms:W3CDTF">2020-03-24T14:57:16Z</dcterms:modified>
</cp:coreProperties>
</file>